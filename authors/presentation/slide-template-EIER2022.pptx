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0066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84" y="46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839331-BE93-45BC-A7FE-CD53FD3560AF}" type="datetimeFigureOut">
              <a:rPr lang="en-AU" smtClean="0"/>
              <a:t>1/11/2021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79324-9016-43C9-BBC0-7F18F95760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7859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584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>
            <a:extLst>
              <a:ext uri="{FF2B5EF4-FFF2-40B4-BE49-F238E27FC236}">
                <a16:creationId xmlns:a16="http://schemas.microsoft.com/office/drawing/2014/main" id="{2A4BF753-2161-4C30-9F15-5F092F59A3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978" y="-1"/>
            <a:ext cx="12239769" cy="685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1165E75-594E-4B02-B7CC-689D539001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627" r="1408" b="48293"/>
          <a:stretch/>
        </p:blipFill>
        <p:spPr>
          <a:xfrm rot="10800000">
            <a:off x="-1" y="2516"/>
            <a:ext cx="12215813" cy="5780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E40D2F5-EE7E-4BDD-851B-5F7CBCE95A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627" r="1408" b="14036"/>
          <a:stretch/>
        </p:blipFill>
        <p:spPr>
          <a:xfrm>
            <a:off x="-11978" y="5905297"/>
            <a:ext cx="12192000" cy="95253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D4C036-8361-4458-99D3-C7C7809C2C6B}"/>
              </a:ext>
            </a:extLst>
          </p:cNvPr>
          <p:cNvSpPr txBox="1"/>
          <p:nvPr userDrawn="1"/>
        </p:nvSpPr>
        <p:spPr>
          <a:xfrm>
            <a:off x="-11978" y="644233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3</a:t>
            </a:r>
            <a:r>
              <a:rPr lang="en-AU" b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A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Workshop on Energy, Infrastructure and Environmental Research EIER 2022</a:t>
            </a:r>
          </a:p>
        </p:txBody>
      </p:sp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1864598A-5C18-4422-ADF9-BB2230F42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9" y="174172"/>
            <a:ext cx="12192000" cy="6717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Title</a:t>
            </a:r>
            <a:endParaRPr lang="en-AU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29151A0-5B02-4726-9F9D-588A95757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77" y="845939"/>
            <a:ext cx="12180023" cy="671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/>
              <a:t>Author1</a:t>
            </a:r>
            <a:r>
              <a:rPr lang="en-US" baseline="30000" dirty="0"/>
              <a:t>1</a:t>
            </a:r>
            <a:r>
              <a:rPr lang="en-US" dirty="0"/>
              <a:t>, Author2</a:t>
            </a:r>
            <a:r>
              <a:rPr lang="en-US" baseline="30000" dirty="0"/>
              <a:t>2</a:t>
            </a:r>
          </a:p>
          <a:p>
            <a:pPr algn="ctr"/>
            <a:r>
              <a:rPr lang="en-US" baseline="30000" dirty="0"/>
              <a:t>1</a:t>
            </a:r>
            <a:r>
              <a:rPr lang="en-US" dirty="0"/>
              <a:t>Affiliation 1, </a:t>
            </a:r>
            <a:r>
              <a:rPr lang="en-US" baseline="30000" dirty="0"/>
              <a:t>2</a:t>
            </a:r>
            <a:r>
              <a:rPr lang="en-US" dirty="0"/>
              <a:t>Affiliation 2</a:t>
            </a:r>
          </a:p>
          <a:p>
            <a:pPr lvl="0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65876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066A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b="1" i="1" kern="1200">
          <a:solidFill>
            <a:srgbClr val="7F7F7F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5F398-2470-41E6-BFE7-CF959422F9E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132498"/>
            <a:ext cx="12192000" cy="849743"/>
          </a:xfrm>
          <a:prstGeom prst="rect">
            <a:avLst/>
          </a:prstGeom>
        </p:spPr>
        <p:txBody>
          <a:bodyPr/>
          <a:lstStyle/>
          <a:p>
            <a:r>
              <a:rPr lang="en-AU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FECFB7-CBBA-4A3D-9856-DBEEE2538BB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982241"/>
            <a:ext cx="12192000" cy="74495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AU" dirty="0"/>
              <a:t>Author(s)</a:t>
            </a:r>
          </a:p>
          <a:p>
            <a:pPr algn="ctr"/>
            <a:r>
              <a:rPr lang="en-AU" dirty="0"/>
              <a:t>Affiliation(s)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868817-D533-44E7-B3ED-143E4CDCB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333" y="2497035"/>
            <a:ext cx="5075334" cy="337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F3F117-CCE0-40A6-94DD-311195B55885}"/>
              </a:ext>
            </a:extLst>
          </p:cNvPr>
          <p:cNvSpPr txBox="1"/>
          <p:nvPr/>
        </p:nvSpPr>
        <p:spPr>
          <a:xfrm>
            <a:off x="6764333" y="2018812"/>
            <a:ext cx="5105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[Insert your results / illustrations/ graphical abstract]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B3E65C-B193-44C3-8502-12DE9C2523AE}"/>
              </a:ext>
            </a:extLst>
          </p:cNvPr>
          <p:cNvSpPr txBox="1"/>
          <p:nvPr/>
        </p:nvSpPr>
        <p:spPr>
          <a:xfrm>
            <a:off x="1376517" y="2743528"/>
            <a:ext cx="23597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[Insert your dot points of the aims,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methodology and key ideas,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new results of your submission]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1276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40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Tran Hiep Dinh</dc:creator>
  <cp:lastModifiedBy>Quang Ha</cp:lastModifiedBy>
  <cp:revision>4</cp:revision>
  <dcterms:created xsi:type="dcterms:W3CDTF">2021-10-31T10:32:39Z</dcterms:created>
  <dcterms:modified xsi:type="dcterms:W3CDTF">2021-10-31T22:33:05Z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1a6c3db-1667-4f49-995a-8b9973972958_Enabled">
    <vt:lpwstr>true</vt:lpwstr>
  </property>
  <property fmtid="{D5CDD505-2E9C-101B-9397-08002B2CF9AE}" pid="3" name="MSIP_Label_51a6c3db-1667-4f49-995a-8b9973972958_SetDate">
    <vt:lpwstr>2021-10-31T10:32:39Z</vt:lpwstr>
  </property>
  <property fmtid="{D5CDD505-2E9C-101B-9397-08002B2CF9AE}" pid="4" name="MSIP_Label_51a6c3db-1667-4f49-995a-8b9973972958_Method">
    <vt:lpwstr>Standard</vt:lpwstr>
  </property>
  <property fmtid="{D5CDD505-2E9C-101B-9397-08002B2CF9AE}" pid="5" name="MSIP_Label_51a6c3db-1667-4f49-995a-8b9973972958_Name">
    <vt:lpwstr>UTS-Internal</vt:lpwstr>
  </property>
  <property fmtid="{D5CDD505-2E9C-101B-9397-08002B2CF9AE}" pid="6" name="MSIP_Label_51a6c3db-1667-4f49-995a-8b9973972958_SiteId">
    <vt:lpwstr>e8911c26-cf9f-4a9c-878e-527807be8791</vt:lpwstr>
  </property>
  <property fmtid="{D5CDD505-2E9C-101B-9397-08002B2CF9AE}" pid="7" name="MSIP_Label_51a6c3db-1667-4f49-995a-8b9973972958_ActionId">
    <vt:lpwstr>8acaddda-cabc-4482-8530-bce45aef530d</vt:lpwstr>
  </property>
  <property fmtid="{D5CDD505-2E9C-101B-9397-08002B2CF9AE}" pid="8" name="MSIP_Label_51a6c3db-1667-4f49-995a-8b9973972958_ContentBits">
    <vt:lpwstr>0</vt:lpwstr>
  </property>
</Properties>
</file>